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9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61A4F-6F83-4B62-ACDA-D431F5D6A37D}" type="datetimeFigureOut">
              <a:rPr lang="es-MX" smtClean="0"/>
              <a:t>02/08/2026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E6EA5-4451-4863-9E81-B978C73A1F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492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7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3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3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78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0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9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7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23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7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36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68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9563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89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77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16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9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779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rcRect l="2455" r="31319"/>
          <a:stretch/>
        </p:blipFill>
        <p:spPr>
          <a:xfrm>
            <a:off x="4610100" y="1957089"/>
            <a:ext cx="297180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37365" y="2561927"/>
            <a:ext cx="5717120" cy="607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Predictive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3360092"/>
            <a:ext cx="838200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Transición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MLOps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Despliegue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Modelos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Supervisados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Propuesta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Escalabilidad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Futura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2012" y="4426892"/>
            <a:ext cx="2847975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sz="1125" b="0" i="0" u="none">
                <a:solidFill>
                  <a:srgbClr val="64748B"/>
                </a:solidFill>
                <a:latin typeface="Inter SemiBold"/>
              </a:rPr>
              <a:t>Autora: María Fernanda Olvera Pegueros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rcRect l="4463" r="24681"/>
          <a:stretch/>
        </p:blipFill>
        <p:spPr>
          <a:xfrm>
            <a:off x="3714750" y="2420242"/>
            <a:ext cx="3705226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776" y="495300"/>
            <a:ext cx="2140297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5279" y="723900"/>
            <a:ext cx="1152144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lus Jakarta Sans"/>
              </a:rPr>
              <a:t>¿Preguntas o Comentarios?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38300"/>
            <a:ext cx="1097280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Predictive Collection: Machine Learning Aplicado a Cuentas por Cobrar &amp; Escalabilidad Nube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5712" y="2563117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1819663-B45D-4092-BF4D-B0D2AE90119D}"/>
              </a:ext>
            </a:extLst>
          </p:cNvPr>
          <p:cNvSpPr txBox="1"/>
          <p:nvPr/>
        </p:nvSpPr>
        <p:spPr>
          <a:xfrm>
            <a:off x="2733675" y="1310997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Sección de preguntas</a:t>
            </a:r>
          </a:p>
          <a:p>
            <a:endParaRPr lang="es-MX" dirty="0"/>
          </a:p>
          <a:p>
            <a:r>
              <a:rPr lang="es-MX" sz="2400" b="1" dirty="0"/>
              <a:t>¿Qué modelos desarrollaste durante el proyecto?</a:t>
            </a:r>
          </a:p>
          <a:p>
            <a:endParaRPr lang="es-MX" dirty="0"/>
          </a:p>
          <a:p>
            <a:r>
              <a:rPr lang="es-MX" dirty="0"/>
              <a:t>Se desarrollaron dos modelos principales: un modelo de clasificación mediante Regresión Logística para predecir el nivel de riesgo de los clientes y un modelo de Regresión Lineal para estimar la recuperación esperada de las cuentas por cobrar. Además, se desarrolló un modelo complementario de análisis de sentimientos aplicado a correos electrónicos de clientes como prueba de concepto para explorar el uso de técnicas de Procesamiento de Lenguaje Natural (NLP).</a:t>
            </a:r>
          </a:p>
        </p:txBody>
      </p:sp>
    </p:spTree>
    <p:extLst>
      <p:ext uri="{BB962C8B-B14F-4D97-AF65-F5344CB8AC3E}">
        <p14:creationId xmlns:p14="http://schemas.microsoft.com/office/powerpoint/2010/main" val="2807399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ACBA2E4-808E-41C5-9B46-A333ED8619A4}"/>
              </a:ext>
            </a:extLst>
          </p:cNvPr>
          <p:cNvSpPr txBox="1"/>
          <p:nvPr/>
        </p:nvSpPr>
        <p:spPr>
          <a:xfrm>
            <a:off x="3048000" y="1305342"/>
            <a:ext cx="6096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¿Cuál fue el objetivo del proyecto?</a:t>
            </a:r>
          </a:p>
          <a:p>
            <a:endParaRPr lang="es-MX" sz="2400" b="1" dirty="0"/>
          </a:p>
          <a:p>
            <a:r>
              <a:rPr lang="es-MX" dirty="0"/>
              <a:t>Desarrollar una solución predictiva para apoyar procesos de cobranza mediante clasificación de riesgo y estimación de recuperación financiera.</a:t>
            </a:r>
          </a:p>
        </p:txBody>
      </p:sp>
    </p:spTree>
    <p:extLst>
      <p:ext uri="{BB962C8B-B14F-4D97-AF65-F5344CB8AC3E}">
        <p14:creationId xmlns:p14="http://schemas.microsoft.com/office/powerpoint/2010/main" val="2732504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24D0B21-4E89-4C1A-A255-6C0AA3C9BD42}"/>
              </a:ext>
            </a:extLst>
          </p:cNvPr>
          <p:cNvSpPr txBox="1"/>
          <p:nvPr/>
        </p:nvSpPr>
        <p:spPr>
          <a:xfrm>
            <a:off x="3048000" y="172084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¿Qué prácticas </a:t>
            </a:r>
            <a:r>
              <a:rPr lang="es-MX" sz="2400" b="1" dirty="0" err="1"/>
              <a:t>MLOps</a:t>
            </a:r>
            <a:r>
              <a:rPr lang="es-MX" sz="2400" b="1" dirty="0"/>
              <a:t> implementaste?</a:t>
            </a:r>
          </a:p>
          <a:p>
            <a:endParaRPr lang="es-MX" sz="2400" b="1" dirty="0"/>
          </a:p>
          <a:p>
            <a:r>
              <a:rPr lang="es-MX" dirty="0"/>
              <a:t>Se implementaron prácticas de seguimiento experimental con </a:t>
            </a:r>
            <a:r>
              <a:rPr lang="es-MX" dirty="0" err="1"/>
              <a:t>MLflow</a:t>
            </a:r>
            <a:r>
              <a:rPr lang="es-MX" dirty="0"/>
              <a:t>, </a:t>
            </a:r>
            <a:r>
              <a:rPr lang="es-MX" dirty="0" err="1"/>
              <a:t>versionamiento</a:t>
            </a:r>
            <a:r>
              <a:rPr lang="es-MX" dirty="0"/>
              <a:t> con Git, almacenamiento de modelos, </a:t>
            </a:r>
            <a:r>
              <a:rPr lang="es-MX" dirty="0" err="1"/>
              <a:t>contenerización</a:t>
            </a:r>
            <a:r>
              <a:rPr lang="es-MX" dirty="0"/>
              <a:t> mediante Docker, exposición mediante API y monitoreo del comportamiento del modelo. </a:t>
            </a:r>
          </a:p>
        </p:txBody>
      </p:sp>
    </p:spTree>
    <p:extLst>
      <p:ext uri="{BB962C8B-B14F-4D97-AF65-F5344CB8AC3E}">
        <p14:creationId xmlns:p14="http://schemas.microsoft.com/office/powerpoint/2010/main" val="83220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DA56229-C19F-4B81-8FE5-2371017FF33D}"/>
              </a:ext>
            </a:extLst>
          </p:cNvPr>
          <p:cNvSpPr txBox="1"/>
          <p:nvPr/>
        </p:nvSpPr>
        <p:spPr>
          <a:xfrm>
            <a:off x="3048000" y="2274838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¿Cómo garantizas la trazabilidad?</a:t>
            </a:r>
          </a:p>
          <a:p>
            <a:endParaRPr lang="es-MX" dirty="0"/>
          </a:p>
          <a:p>
            <a:r>
              <a:rPr lang="es-MX" dirty="0"/>
              <a:t>Mediante:-   historial de </a:t>
            </a:r>
            <a:r>
              <a:rPr lang="es-MX" dirty="0" err="1"/>
              <a:t>commits</a:t>
            </a:r>
            <a:r>
              <a:rPr lang="es-MX" dirty="0"/>
              <a:t>,    -   experimentos registrados en </a:t>
            </a:r>
            <a:r>
              <a:rPr lang="es-MX" dirty="0" err="1"/>
              <a:t>MLflow</a:t>
            </a:r>
            <a:r>
              <a:rPr lang="es-MX" dirty="0"/>
              <a:t>,    -   modelos versionados,    -   archivos de métricas y monitoreo.    </a:t>
            </a:r>
          </a:p>
        </p:txBody>
      </p:sp>
    </p:spTree>
    <p:extLst>
      <p:ext uri="{BB962C8B-B14F-4D97-AF65-F5344CB8AC3E}">
        <p14:creationId xmlns:p14="http://schemas.microsoft.com/office/powerpoint/2010/main" val="205932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B719D8D-79D9-4C32-B987-CDC2EA580918}"/>
              </a:ext>
            </a:extLst>
          </p:cNvPr>
          <p:cNvSpPr txBox="1"/>
          <p:nvPr/>
        </p:nvSpPr>
        <p:spPr>
          <a:xfrm>
            <a:off x="3048000" y="2690336"/>
            <a:ext cx="6096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¿Qué mejorarías en una siguiente versión?</a:t>
            </a:r>
          </a:p>
          <a:p>
            <a:endParaRPr lang="es-MX" dirty="0"/>
          </a:p>
          <a:p>
            <a:r>
              <a:rPr lang="es-MX" dirty="0"/>
              <a:t>Como mejoras futuras se propone:-   integración con bases empresariales,    -   automatización completa del ciclo de despliegue,    -   mayor cantidad de datos históricos,    -   modelos más avanzados</a:t>
            </a:r>
          </a:p>
        </p:txBody>
      </p:sp>
    </p:spTree>
    <p:extLst>
      <p:ext uri="{BB962C8B-B14F-4D97-AF65-F5344CB8AC3E}">
        <p14:creationId xmlns:p14="http://schemas.microsoft.com/office/powerpoint/2010/main" val="21373079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308</TotalTime>
  <Words>255</Words>
  <Application>Microsoft Office PowerPoint</Application>
  <PresentationFormat>Panorámica</PresentationFormat>
  <Paragraphs>22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</vt:lpstr>
      <vt:lpstr>Calibri</vt:lpstr>
      <vt:lpstr>Century Gothic</vt:lpstr>
      <vt:lpstr>Inter</vt:lpstr>
      <vt:lpstr>Inter SemiBold</vt:lpstr>
      <vt:lpstr>Plus Jakarta Sans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Maria Fernanda Olvera Pegueros</dc:creator>
  <cp:keywords/>
  <dc:description>generated using python-pptx</dc:description>
  <cp:lastModifiedBy>Maria Fernanda Olvera Pegueros</cp:lastModifiedBy>
  <cp:revision>27</cp:revision>
  <dcterms:created xsi:type="dcterms:W3CDTF">2013-01-27T09:14:16Z</dcterms:created>
  <dcterms:modified xsi:type="dcterms:W3CDTF">2026-08-03T03:53:39Z</dcterms:modified>
  <cp:category/>
</cp:coreProperties>
</file>